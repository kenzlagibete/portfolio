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9" d="100"/>
          <a:sy n="69" d="100"/>
        </p:scale>
        <p:origin x="69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4716-6CD2-494F-92FD-FD77210A315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6C38-F702-437C-A18B-4D17188D5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8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4716-6CD2-494F-92FD-FD77210A315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6C38-F702-437C-A18B-4D17188D5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4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4716-6CD2-494F-92FD-FD77210A315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6C38-F702-437C-A18B-4D17188D5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55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4716-6CD2-494F-92FD-FD77210A315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6C38-F702-437C-A18B-4D17188D5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90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4716-6CD2-494F-92FD-FD77210A315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6C38-F702-437C-A18B-4D17188D5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2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4716-6CD2-494F-92FD-FD77210A315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6C38-F702-437C-A18B-4D17188D5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51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4716-6CD2-494F-92FD-FD77210A315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6C38-F702-437C-A18B-4D17188D5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48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4716-6CD2-494F-92FD-FD77210A315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6C38-F702-437C-A18B-4D17188D5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619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4716-6CD2-494F-92FD-FD77210A315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6C38-F702-437C-A18B-4D17188D5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17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4716-6CD2-494F-92FD-FD77210A315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6C38-F702-437C-A18B-4D17188D5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2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64716-6CD2-494F-92FD-FD77210A315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B6C38-F702-437C-A18B-4D17188D5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03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64716-6CD2-494F-92FD-FD77210A315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B6C38-F702-437C-A18B-4D17188D5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1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DnDiag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953815" y="-219006"/>
            <a:ext cx="5919729" cy="6854216"/>
            <a:chOff x="127487" y="-399115"/>
            <a:chExt cx="5919729" cy="6854216"/>
          </a:xfrm>
        </p:grpSpPr>
        <p:sp>
          <p:nvSpPr>
            <p:cNvPr id="9" name="Teardrop 8"/>
            <p:cNvSpPr/>
            <p:nvPr/>
          </p:nvSpPr>
          <p:spPr>
            <a:xfrm>
              <a:off x="466814" y="407456"/>
              <a:ext cx="5241074" cy="5241074"/>
            </a:xfrm>
            <a:prstGeom prst="teardrop">
              <a:avLst/>
            </a:prstGeom>
            <a:solidFill>
              <a:srgbClr val="FFFF00"/>
            </a:solidFill>
            <a:ln>
              <a:solidFill>
                <a:srgbClr val="000000">
                  <a:alpha val="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487" y="-399115"/>
              <a:ext cx="5919729" cy="68542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3786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Pandidnov</dc:creator>
  <cp:lastModifiedBy>Pandidnov</cp:lastModifiedBy>
  <cp:revision>10</cp:revision>
  <dcterms:created xsi:type="dcterms:W3CDTF">2026-07-06T13:21:26Z</dcterms:created>
  <dcterms:modified xsi:type="dcterms:W3CDTF">2026-07-06T14:14:07Z</dcterms:modified>
</cp:coreProperties>
</file>